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 snapToGrid="0">
      <p:cViewPr>
        <p:scale>
          <a:sx n="100" d="100"/>
          <a:sy n="100" d="100"/>
        </p:scale>
        <p:origin x="609" y="3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472BF-FCB5-318D-0315-929F415563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CC0B00-18BD-EEB7-D19D-C452760109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5A992B-C64D-B882-576D-81B0510FE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C49B-848E-4F43-B117-3CCAAA94E092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F8E82-8D1E-22A3-8C95-738D96DA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1E4C32-B6B6-B35E-50A6-DE5B5BD9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2A82-AB5C-4CD7-A1FD-A4E11B296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29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E03B00-5D41-2F0D-876D-19732C9DE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498DA8-BB41-CE96-B17F-B8693D36A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BDD87D-446C-D854-1FFB-EE726D74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C49B-848E-4F43-B117-3CCAAA94E092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1628A7-A6E6-8126-13A3-59640BEBC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E7653F-BB6D-B655-9150-DA95684A8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2A82-AB5C-4CD7-A1FD-A4E11B296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103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61A731-080C-3F15-F569-C7B5B7CA6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A05C0E-F51F-842B-1AB6-5A6955368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DD21F4-1FAB-D37C-76A9-2285F81D0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C49B-848E-4F43-B117-3CCAAA94E092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F9C795-2792-6B03-1C77-608DFE603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AD3478-4954-FEC7-2E92-109F4D42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2A82-AB5C-4CD7-A1FD-A4E11B296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766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55497A-11A3-1633-55E7-6611C10F3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2F1CCD-CA98-96B1-E1C9-E25476EDC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10F4CA-1C50-2317-0BB3-8027DA43A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3B3352-F97D-87AC-D2A3-7863FC508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C49B-848E-4F43-B117-3CCAAA94E092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1AA40A-B656-3E1F-654D-AE0B01384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ADC5C5-C3AE-285A-C43E-07EBCAD05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2A82-AB5C-4CD7-A1FD-A4E11B296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54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2141EC-F391-A99F-CF61-96EBC006A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2C5E96-281B-38C9-BF66-BBACD8826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B57EB9-9243-CA2B-5CA8-B2E2915AC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287FB0-9A0E-8DD2-38E6-51C7FDFB6F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810B80B-7152-F893-4B84-1EEBC1DF70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C7DEB2A-B548-56CD-40B3-8409EB0E7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C49B-848E-4F43-B117-3CCAAA94E092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660CE2C-B64F-3D95-09C1-59458406F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5AE091D-452C-B582-7854-898BEA2FB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2A82-AB5C-4CD7-A1FD-A4E11B296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041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55EA6B-0FE2-D2C1-83DE-7DF126EB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8F1884A-8932-4BED-35D7-AABE16087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C49B-848E-4F43-B117-3CCAAA94E092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AB667A9-FCB0-7DBE-CD07-8F596A8FB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CB2F327-DFF7-B418-8277-DD672663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2A82-AB5C-4CD7-A1FD-A4E11B296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166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A9DF66-8C68-0EFF-048E-C93238B20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C49B-848E-4F43-B117-3CCAAA94E092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DF2744-DB38-0415-02C3-55CB0031F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900E66-B6DB-A9FB-20F1-001A347D0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2A82-AB5C-4CD7-A1FD-A4E11B296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34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6DC474-4224-9E90-BEE0-7220C0EED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2FCBC4-58B8-28A3-196B-C0922AA43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387E79-37ED-1E56-8075-96CD028B8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B7E92B-95B4-FEA0-5216-3C9FCE443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C49B-848E-4F43-B117-3CCAAA94E092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D95CA9-440B-8610-BC20-E942B6EC7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C5E100-8B24-F543-7F5C-3EBE17A1F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2A82-AB5C-4CD7-A1FD-A4E11B296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74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10282-B900-4D62-6351-D88B32A77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440ED65-EB35-B3D5-90F6-8A8F202763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F72E82-378F-EBE5-03BF-83A9CEBC5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64A01A-18E7-4CFD-E46F-B1A3B2DFB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C49B-848E-4F43-B117-3CCAAA94E092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E8F464-F2CB-B3A0-5AE1-78DD0E4BB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D652F8-F91B-B11D-F22E-E4B9CE697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2A82-AB5C-4CD7-A1FD-A4E11B296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618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BAD886-6212-6899-B43F-B1EE3AC2C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35778E-665D-0377-1F94-74D7D019A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3A5F09-1718-0262-2380-DCC0798CB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C49B-848E-4F43-B117-3CCAAA94E092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C0D6E0-D2AE-35FC-98DA-A8CA17EBD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4FBEEE-AE79-6423-42F0-465709AE2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2A82-AB5C-4CD7-A1FD-A4E11B296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483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D56538-9581-F8A1-0457-DC4977E3C3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A3BBF8-972C-43B1-00DE-E79B37F20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C0DF00-39BD-C3BF-F29D-EFABED192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C49B-848E-4F43-B117-3CCAAA94E092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9DC249-5EBF-F3BB-5BB5-EADB9FBA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C91C79-11D5-3A73-EAEC-4A616F11E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2A82-AB5C-4CD7-A1FD-A4E11B296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563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53934D-B2D7-9DDA-EA41-BC76AA444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7006BC-F020-E5D8-96E3-590E07A65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8541A1-0F4B-8D58-37AB-0FF65118F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9BC49B-848E-4F43-B117-3CCAAA94E092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796143-9497-839D-16F1-DC7AE2388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3F4391-EA53-96C3-2A82-1E9BD1E62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E2A82-AB5C-4CD7-A1FD-A4E11B296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506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868964-8693-DEAB-D67B-65402D3BD4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20251120-AD_data_check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0C5E01-8BF6-00EA-78E2-2C64D86615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FY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3602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775ADAC-8879-740F-2B50-D68D0B325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935" y="306198"/>
            <a:ext cx="5792713" cy="351918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06343B4-ACA9-D769-B0F1-62F7C7CF54ED}"/>
              </a:ext>
            </a:extLst>
          </p:cNvPr>
          <p:cNvSpPr txBox="1"/>
          <p:nvPr/>
        </p:nvSpPr>
        <p:spPr>
          <a:xfrm>
            <a:off x="1195388" y="696397"/>
            <a:ext cx="34718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GSE138852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19</a:t>
            </a:r>
            <a:r>
              <a:rPr lang="zh-CN" altLang="en-US"/>
              <a:t>年发表的数据</a:t>
            </a:r>
            <a:endParaRPr lang="en-US" altLang="zh-CN" dirty="0"/>
          </a:p>
          <a:p>
            <a:r>
              <a:rPr lang="en-US" altLang="zh-CN" dirty="0"/>
              <a:t>16</a:t>
            </a:r>
            <a:r>
              <a:rPr lang="zh-CN" altLang="en-US" dirty="0"/>
              <a:t>样 才 </a:t>
            </a:r>
            <a:r>
              <a:rPr lang="en-US" altLang="zh-CN" dirty="0"/>
              <a:t>13214</a:t>
            </a:r>
            <a:r>
              <a:rPr lang="zh-CN" altLang="en-US" dirty="0"/>
              <a:t>细胞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50F5B8A-E98E-D781-922E-10E38B357ECD}"/>
              </a:ext>
            </a:extLst>
          </p:cNvPr>
          <p:cNvSpPr txBox="1"/>
          <p:nvPr/>
        </p:nvSpPr>
        <p:spPr>
          <a:xfrm>
            <a:off x="1104900" y="43539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https://pubmed.ncbi.nlm.nih.gov/31768052/</a:t>
            </a:r>
          </a:p>
        </p:txBody>
      </p:sp>
    </p:spTree>
    <p:extLst>
      <p:ext uri="{BB962C8B-B14F-4D97-AF65-F5344CB8AC3E}">
        <p14:creationId xmlns:p14="http://schemas.microsoft.com/office/powerpoint/2010/main" val="1760063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宽屏</PresentationFormat>
  <Paragraphs>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20251120-AD_data_check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Baby Big</dc:creator>
  <cp:lastModifiedBy>Baby Big</cp:lastModifiedBy>
  <cp:revision>1</cp:revision>
  <dcterms:created xsi:type="dcterms:W3CDTF">2025-11-21T05:44:39Z</dcterms:created>
  <dcterms:modified xsi:type="dcterms:W3CDTF">2025-11-21T05:44:58Z</dcterms:modified>
</cp:coreProperties>
</file>